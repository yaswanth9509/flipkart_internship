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5EF95-87CC-42F3-8797-23A53633ECBA}" v="407" dt="2025-07-21T15:40:14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adeep Gollapudi" userId="5cfbd5e365f31f2b" providerId="LiveId" clId="{93D5EF95-87CC-42F3-8797-23A53633ECBA}"/>
    <pc:docChg chg="custSel modSld">
      <pc:chgData name="Navadeep Gollapudi" userId="5cfbd5e365f31f2b" providerId="LiveId" clId="{93D5EF95-87CC-42F3-8797-23A53633ECBA}" dt="2025-07-21T15:41:13.300" v="474" actId="1440"/>
      <pc:docMkLst>
        <pc:docMk/>
      </pc:docMkLst>
      <pc:sldChg chg="modSp mod modTransition modAnim">
        <pc:chgData name="Navadeep Gollapudi" userId="5cfbd5e365f31f2b" providerId="LiveId" clId="{93D5EF95-87CC-42F3-8797-23A53633ECBA}" dt="2025-07-21T15:05:15.461" v="165"/>
        <pc:sldMkLst>
          <pc:docMk/>
          <pc:sldMk cId="0" sldId="256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6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6"/>
            <ac:spMk id="3" creationId="{00000000-0000-0000-0000-000000000000}"/>
          </ac:spMkLst>
        </pc:spChg>
      </pc:sldChg>
      <pc:sldChg chg="modSp modTransition modAnim">
        <pc:chgData name="Navadeep Gollapudi" userId="5cfbd5e365f31f2b" providerId="LiveId" clId="{93D5EF95-87CC-42F3-8797-23A53633ECBA}" dt="2025-07-21T15:13:09.666" v="256"/>
        <pc:sldMkLst>
          <pc:docMk/>
          <pc:sldMk cId="0" sldId="257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7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7"/>
            <ac:spMk id="3" creationId="{00000000-0000-0000-0000-000000000000}"/>
          </ac:spMkLst>
        </pc:spChg>
      </pc:sldChg>
      <pc:sldChg chg="modSp modTransition modAnim">
        <pc:chgData name="Navadeep Gollapudi" userId="5cfbd5e365f31f2b" providerId="LiveId" clId="{93D5EF95-87CC-42F3-8797-23A53633ECBA}" dt="2025-07-21T15:12:57.647" v="254"/>
        <pc:sldMkLst>
          <pc:docMk/>
          <pc:sldMk cId="0" sldId="258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8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8"/>
            <ac:spMk id="3" creationId="{00000000-0000-0000-0000-000000000000}"/>
          </ac:spMkLst>
        </pc:spChg>
      </pc:sldChg>
      <pc:sldChg chg="modSp mod modTransition modAnim">
        <pc:chgData name="Navadeep Gollapudi" userId="5cfbd5e365f31f2b" providerId="LiveId" clId="{93D5EF95-87CC-42F3-8797-23A53633ECBA}" dt="2025-07-21T15:35:44.709" v="446"/>
        <pc:sldMkLst>
          <pc:docMk/>
          <pc:sldMk cId="0" sldId="259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59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24:43.311" v="382" actId="5793"/>
          <ac:spMkLst>
            <pc:docMk/>
            <pc:sldMk cId="0" sldId="259"/>
            <ac:spMk id="3" creationId="{00000000-0000-0000-0000-000000000000}"/>
          </ac:spMkLst>
        </pc:spChg>
      </pc:sldChg>
      <pc:sldChg chg="addSp modSp mod modTransition modAnim">
        <pc:chgData name="Navadeep Gollapudi" userId="5cfbd5e365f31f2b" providerId="LiveId" clId="{93D5EF95-87CC-42F3-8797-23A53633ECBA}" dt="2025-07-21T15:40:14.278" v="468"/>
        <pc:sldMkLst>
          <pc:docMk/>
          <pc:sldMk cId="0" sldId="260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0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22:43.372" v="376" actId="20577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Navadeep Gollapudi" userId="5cfbd5e365f31f2b" providerId="LiveId" clId="{93D5EF95-87CC-42F3-8797-23A53633ECBA}" dt="2025-07-21T15:40:01.078" v="465" actId="1440"/>
          <ac:picMkLst>
            <pc:docMk/>
            <pc:sldMk cId="0" sldId="260"/>
            <ac:picMk id="5" creationId="{FC517BE0-2BF1-4C5A-9FD8-AA58AF76F7F3}"/>
          </ac:picMkLst>
        </pc:picChg>
        <pc:picChg chg="add mod">
          <ac:chgData name="Navadeep Gollapudi" userId="5cfbd5e365f31f2b" providerId="LiveId" clId="{93D5EF95-87CC-42F3-8797-23A53633ECBA}" dt="2025-07-21T15:40:04.150" v="466" actId="1440"/>
          <ac:picMkLst>
            <pc:docMk/>
            <pc:sldMk cId="0" sldId="260"/>
            <ac:picMk id="7" creationId="{B6DABB41-9694-A418-3A15-C951B2ECBB67}"/>
          </ac:picMkLst>
        </pc:picChg>
      </pc:sldChg>
      <pc:sldChg chg="modSp modTransition modAnim">
        <pc:chgData name="Navadeep Gollapudi" userId="5cfbd5e365f31f2b" providerId="LiveId" clId="{93D5EF95-87CC-42F3-8797-23A53633ECBA}" dt="2025-07-21T15:08:04.026" v="188"/>
        <pc:sldMkLst>
          <pc:docMk/>
          <pc:sldMk cId="0" sldId="261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1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1"/>
            <ac:spMk id="3" creationId="{00000000-0000-0000-0000-000000000000}"/>
          </ac:spMkLst>
        </pc:spChg>
      </pc:sldChg>
      <pc:sldChg chg="addSp modSp mod modTransition modAnim">
        <pc:chgData name="Navadeep Gollapudi" userId="5cfbd5e365f31f2b" providerId="LiveId" clId="{93D5EF95-87CC-42F3-8797-23A53633ECBA}" dt="2025-07-21T15:40:45.139" v="470" actId="1440"/>
        <pc:sldMkLst>
          <pc:docMk/>
          <pc:sldMk cId="0" sldId="262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30:16.923" v="40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Navadeep Gollapudi" userId="5cfbd5e365f31f2b" providerId="LiveId" clId="{93D5EF95-87CC-42F3-8797-23A53633ECBA}" dt="2025-07-21T15:40:42.371" v="469" actId="1440"/>
          <ac:picMkLst>
            <pc:docMk/>
            <pc:sldMk cId="0" sldId="262"/>
            <ac:picMk id="5" creationId="{4A65D3AC-8FED-02F1-2141-787D68E7D2D3}"/>
          </ac:picMkLst>
        </pc:picChg>
        <pc:picChg chg="add mod">
          <ac:chgData name="Navadeep Gollapudi" userId="5cfbd5e365f31f2b" providerId="LiveId" clId="{93D5EF95-87CC-42F3-8797-23A53633ECBA}" dt="2025-07-21T15:40:45.139" v="470" actId="1440"/>
          <ac:picMkLst>
            <pc:docMk/>
            <pc:sldMk cId="0" sldId="262"/>
            <ac:picMk id="7" creationId="{E0623FEE-9559-CD19-24B0-E0BB6BE52914}"/>
          </ac:picMkLst>
        </pc:picChg>
      </pc:sldChg>
      <pc:sldChg chg="addSp modSp mod modTransition modAnim">
        <pc:chgData name="Navadeep Gollapudi" userId="5cfbd5e365f31f2b" providerId="LiveId" clId="{93D5EF95-87CC-42F3-8797-23A53633ECBA}" dt="2025-07-21T15:40:56.078" v="472" actId="1440"/>
        <pc:sldMkLst>
          <pc:docMk/>
          <pc:sldMk cId="0" sldId="263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3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33:01.866" v="430" actId="20577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Navadeep Gollapudi" userId="5cfbd5e365f31f2b" providerId="LiveId" clId="{93D5EF95-87CC-42F3-8797-23A53633ECBA}" dt="2025-07-21T15:40:56.078" v="472" actId="1440"/>
          <ac:picMkLst>
            <pc:docMk/>
            <pc:sldMk cId="0" sldId="263"/>
            <ac:picMk id="5" creationId="{37FCD1BD-D929-4800-E0B8-AAECCE5AE055}"/>
          </ac:picMkLst>
        </pc:picChg>
      </pc:sldChg>
      <pc:sldChg chg="addSp modSp mod modTransition modAnim">
        <pc:chgData name="Navadeep Gollapudi" userId="5cfbd5e365f31f2b" providerId="LiveId" clId="{93D5EF95-87CC-42F3-8797-23A53633ECBA}" dt="2025-07-21T15:41:13.300" v="474" actId="1440"/>
        <pc:sldMkLst>
          <pc:docMk/>
          <pc:sldMk cId="0" sldId="264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4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4"/>
            <ac:spMk id="3" creationId="{00000000-0000-0000-0000-000000000000}"/>
          </ac:spMkLst>
        </pc:spChg>
        <pc:picChg chg="add mod modCrop">
          <ac:chgData name="Navadeep Gollapudi" userId="5cfbd5e365f31f2b" providerId="LiveId" clId="{93D5EF95-87CC-42F3-8797-23A53633ECBA}" dt="2025-07-21T15:41:10.959" v="473" actId="1440"/>
          <ac:picMkLst>
            <pc:docMk/>
            <pc:sldMk cId="0" sldId="264"/>
            <ac:picMk id="5" creationId="{DE9BBAA5-986A-7064-7BA7-CF7DEB8D784F}"/>
          </ac:picMkLst>
        </pc:picChg>
        <pc:picChg chg="add mod modCrop">
          <ac:chgData name="Navadeep Gollapudi" userId="5cfbd5e365f31f2b" providerId="LiveId" clId="{93D5EF95-87CC-42F3-8797-23A53633ECBA}" dt="2025-07-21T15:41:13.300" v="474" actId="1440"/>
          <ac:picMkLst>
            <pc:docMk/>
            <pc:sldMk cId="0" sldId="264"/>
            <ac:picMk id="7" creationId="{50540F6B-70C7-DCE9-0D56-A2A4CC67E37B}"/>
          </ac:picMkLst>
        </pc:picChg>
      </pc:sldChg>
      <pc:sldChg chg="modSp modTransition modAnim">
        <pc:chgData name="Navadeep Gollapudi" userId="5cfbd5e365f31f2b" providerId="LiveId" clId="{93D5EF95-87CC-42F3-8797-23A53633ECBA}" dt="2025-07-21T15:10:04.069" v="212"/>
        <pc:sldMkLst>
          <pc:docMk/>
          <pc:sldMk cId="0" sldId="265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5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5"/>
            <ac:spMk id="3" creationId="{00000000-0000-0000-0000-000000000000}"/>
          </ac:spMkLst>
        </pc:spChg>
      </pc:sldChg>
      <pc:sldChg chg="modSp modTransition modAnim">
        <pc:chgData name="Navadeep Gollapudi" userId="5cfbd5e365f31f2b" providerId="LiveId" clId="{93D5EF95-87CC-42F3-8797-23A53633ECBA}" dt="2025-07-21T15:10:18.027" v="215"/>
        <pc:sldMkLst>
          <pc:docMk/>
          <pc:sldMk cId="0" sldId="266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6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6"/>
            <ac:spMk id="3" creationId="{00000000-0000-0000-0000-000000000000}"/>
          </ac:spMkLst>
        </pc:spChg>
      </pc:sldChg>
      <pc:sldChg chg="modSp modTransition modAnim">
        <pc:chgData name="Navadeep Gollapudi" userId="5cfbd5e365f31f2b" providerId="LiveId" clId="{93D5EF95-87CC-42F3-8797-23A53633ECBA}" dt="2025-07-21T15:16:53.187" v="293"/>
        <pc:sldMkLst>
          <pc:docMk/>
          <pc:sldMk cId="0" sldId="267"/>
        </pc:sldMkLst>
        <pc:spChg chg="mod">
          <ac:chgData name="Navadeep Gollapudi" userId="5cfbd5e365f31f2b" providerId="LiveId" clId="{93D5EF95-87CC-42F3-8797-23A53633ECBA}" dt="2025-07-21T15:05:15.461" v="165"/>
          <ac:spMkLst>
            <pc:docMk/>
            <pc:sldMk cId="0" sldId="267"/>
            <ac:spMk id="2" creationId="{00000000-0000-0000-0000-000000000000}"/>
          </ac:spMkLst>
        </pc:spChg>
        <pc:spChg chg="mod">
          <ac:chgData name="Navadeep Gollapudi" userId="5cfbd5e365f31f2b" providerId="LiveId" clId="{93D5EF95-87CC-42F3-8797-23A53633ECBA}" dt="2025-07-21T15:12:19.966" v="250" actId="113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3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85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4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5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08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55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7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1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39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593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32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Robust Multi-Source Sales 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Built by </a:t>
            </a:r>
            <a:r>
              <a:rPr dirty="0" err="1"/>
              <a:t>Vangara</a:t>
            </a:r>
            <a:r>
              <a:rPr dirty="0"/>
              <a:t> Yaswanth Sai for Flipkart Task-1</a:t>
            </a:r>
          </a:p>
          <a:p>
            <a:r>
              <a:rPr dirty="0"/>
              <a:t>Last Updated: 17 July 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Custom sales data pipeline: ingests, cleans, analyzes, visualizes</a:t>
            </a:r>
          </a:p>
          <a:p>
            <a:pPr>
              <a:defRPr sz="2000">
                <a:latin typeface="Calibri"/>
              </a:defRPr>
            </a:pPr>
            <a:r>
              <a:rPr dirty="0"/>
              <a:t>Supports CSV, JSON, Excel</a:t>
            </a:r>
          </a:p>
          <a:p>
            <a:pPr>
              <a:defRPr sz="2000">
                <a:latin typeface="Calibri"/>
              </a:defRPr>
            </a:pPr>
            <a:r>
              <a:rPr dirty="0"/>
              <a:t>Modular, visualization-capable, insight-rich, extensible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Sales_Data_Pipeline_Main.py – Main script</a:t>
            </a:r>
          </a:p>
          <a:p>
            <a:pPr>
              <a:defRPr sz="2000">
                <a:latin typeface="Calibri"/>
              </a:defRPr>
            </a:pPr>
            <a:r>
              <a:rPr dirty="0"/>
              <a:t>custom_merged_data.csv – Merged dataset</a:t>
            </a:r>
          </a:p>
          <a:p>
            <a:pPr>
              <a:defRPr sz="2000">
                <a:latin typeface="Calibri"/>
              </a:defRPr>
            </a:pPr>
            <a:r>
              <a:rPr dirty="0"/>
              <a:t>auto_insights_dashboard.png – Visualizations</a:t>
            </a:r>
          </a:p>
          <a:p>
            <a:pPr>
              <a:defRPr sz="2000">
                <a:latin typeface="Calibri"/>
              </a:defRPr>
            </a:pPr>
            <a:r>
              <a:rPr dirty="0"/>
              <a:t>custom_insights_report.txt – Insights report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lang="en-US" dirty="0"/>
              <a:t>Multi-source data loading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Auto-cleaning &amp; type conversion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Smart merging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Insight extraction &amp; visualizations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Exports &amp; custom handling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pip install pandas </a:t>
            </a:r>
            <a:r>
              <a:rPr dirty="0" err="1"/>
              <a:t>numpy</a:t>
            </a:r>
            <a:r>
              <a:rPr dirty="0"/>
              <a:t> matplotlib seaborn tabulate </a:t>
            </a:r>
            <a:r>
              <a:rPr dirty="0" err="1"/>
              <a:t>openpyxl</a:t>
            </a:r>
            <a:endParaRPr lang="en-US" dirty="0"/>
          </a:p>
          <a:p>
            <a:pPr>
              <a:defRPr sz="2000">
                <a:latin typeface="Calibri"/>
              </a:defRPr>
            </a:pPr>
            <a:r>
              <a:rPr lang="en-IN" dirty="0"/>
              <a:t>Download these extensions in your command prompt or Terminal</a:t>
            </a:r>
            <a:endParaRPr dirty="0"/>
          </a:p>
        </p:txBody>
      </p:sp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FC517BE0-2BF1-4C5A-9FD8-AA58AF76F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81" y="1531620"/>
            <a:ext cx="4673155" cy="1207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6DABB41-9694-A418-3A15-C951B2ECB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380" y="4346633"/>
            <a:ext cx="4673155" cy="12117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Configure file paths in __main__ block</a:t>
            </a:r>
          </a:p>
          <a:p>
            <a:pPr>
              <a:defRPr sz="2000">
                <a:latin typeface="Calibri"/>
              </a:defRPr>
            </a:pPr>
            <a:r>
              <a:rPr dirty="0"/>
              <a:t>Run: python Sales_Data_Pipeline_Main.py</a:t>
            </a:r>
          </a:p>
          <a:p>
            <a:pPr>
              <a:defRPr sz="2000">
                <a:latin typeface="Calibri"/>
              </a:defRPr>
            </a:pPr>
            <a:r>
              <a:rPr dirty="0"/>
              <a:t>Prompt to generate visualizations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lang="en-IN" dirty="0"/>
              <a:t>custom_merged_data.csv: Merged dataset</a:t>
            </a:r>
          </a:p>
          <a:p>
            <a:pPr>
              <a:defRPr sz="2000">
                <a:latin typeface="Calibri"/>
              </a:defRPr>
            </a:pPr>
            <a:r>
              <a:rPr lang="en-IN" dirty="0"/>
              <a:t>custom_insights_report.txt: Text report</a:t>
            </a:r>
          </a:p>
          <a:p>
            <a:pPr>
              <a:defRPr sz="2000">
                <a:latin typeface="Calibri"/>
              </a:defRPr>
            </a:pPr>
            <a:r>
              <a:rPr lang="en-IN" dirty="0"/>
              <a:t>auto_insights_dashboard.png: Visual dashboard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65D3AC-8FED-02F1-2141-787D68E7D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86918"/>
            <a:ext cx="4233672" cy="2275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623FEE-9559-CD19-24B0-E0BB6BE52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95484"/>
            <a:ext cx="4233672" cy="2166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lang="en-US" dirty="0"/>
              <a:t>Total Records: 2000, Numeric Columns: 9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Gender split: Female 1016, Male 984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Financial summary, category analysis</a:t>
            </a:r>
          </a:p>
          <a:p>
            <a:pPr>
              <a:defRPr sz="2000">
                <a:latin typeface="Calibri"/>
              </a:defRPr>
            </a:pPr>
            <a:r>
              <a:rPr lang="en-US" dirty="0"/>
              <a:t>Correlations between metrics</a:t>
            </a: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37FCD1BD-D929-4800-E0B8-AAECCE5AE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224528"/>
            <a:ext cx="4572000" cy="23957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Sales over time plot</a:t>
            </a:r>
          </a:p>
          <a:p>
            <a:pPr>
              <a:defRPr sz="2000">
                <a:latin typeface="Calibri"/>
              </a:defRPr>
            </a:pPr>
            <a:r>
              <a:rPr dirty="0"/>
              <a:t>Category distribution</a:t>
            </a:r>
          </a:p>
          <a:p>
            <a:pPr>
              <a:defRPr sz="2000">
                <a:latin typeface="Calibri"/>
              </a:defRPr>
            </a:pPr>
            <a:r>
              <a:rPr dirty="0"/>
              <a:t>Revenue histogram</a:t>
            </a:r>
          </a:p>
          <a:p>
            <a:pPr>
              <a:defRPr sz="2000">
                <a:latin typeface="Calibri"/>
              </a:defRPr>
            </a:pPr>
            <a:r>
              <a:rPr dirty="0"/>
              <a:t>Correlation heatmap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9BBAA5-986A-7064-7BA7-CF7DEB8D7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53" b="4472"/>
          <a:stretch>
            <a:fillRect/>
          </a:stretch>
        </p:blipFill>
        <p:spPr>
          <a:xfrm>
            <a:off x="5331473" y="1285976"/>
            <a:ext cx="3327896" cy="1814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540F6B-70C7-DCE9-0D56-A2A4CC67E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38"/>
          <a:stretch>
            <a:fillRect/>
          </a:stretch>
        </p:blipFill>
        <p:spPr>
          <a:xfrm>
            <a:off x="5331473" y="4614471"/>
            <a:ext cx="3541776" cy="18619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Handles missing or corrupt files gracefully</a:t>
            </a:r>
          </a:p>
          <a:p>
            <a:pPr>
              <a:defRPr sz="2000">
                <a:latin typeface="Calibri"/>
              </a:defRPr>
            </a:pPr>
            <a:r>
              <a:rPr dirty="0"/>
              <a:t>Warns about unsupported formats or merge conflicts</a:t>
            </a:r>
          </a:p>
          <a:p>
            <a:pPr>
              <a:defRPr sz="2000">
                <a:latin typeface="Calibri"/>
              </a:defRPr>
            </a:pPr>
            <a:r>
              <a:rPr dirty="0"/>
              <a:t>Logs failed conversions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Git for tracking changes</a:t>
            </a:r>
          </a:p>
          <a:p>
            <a:pPr>
              <a:defRPr sz="2000">
                <a:latin typeface="Calibri"/>
              </a:defRPr>
            </a:pPr>
            <a:r>
              <a:rPr dirty="0"/>
              <a:t>Code is production-ready and AI-clean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latin typeface="Calibri"/>
              </a:defRPr>
            </a:pPr>
            <a:r>
              <a:rPr b="1" dirty="0" err="1"/>
              <a:t>Vangara</a:t>
            </a:r>
            <a:r>
              <a:rPr b="1" dirty="0"/>
              <a:t> Yaswanth Sai</a:t>
            </a:r>
          </a:p>
          <a:p>
            <a:pPr>
              <a:defRPr sz="2000">
                <a:latin typeface="Calibri"/>
              </a:defRPr>
            </a:pPr>
            <a:r>
              <a:rPr b="1" dirty="0"/>
              <a:t>Flipkart Data Pipeline Task-1 Project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55</TotalTime>
  <Words>261</Words>
  <Application>Microsoft Office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Corbel</vt:lpstr>
      <vt:lpstr>Wingdings 2</vt:lpstr>
      <vt:lpstr>Frame</vt:lpstr>
      <vt:lpstr>Robust Multi-Source Sales Data Pipeline</vt:lpstr>
      <vt:lpstr>Project Overview</vt:lpstr>
      <vt:lpstr>File Structure</vt:lpstr>
      <vt:lpstr>Key Features</vt:lpstr>
      <vt:lpstr>Requirements</vt:lpstr>
      <vt:lpstr>How to Use</vt:lpstr>
      <vt:lpstr>Outputs</vt:lpstr>
      <vt:lpstr>Example Insights</vt:lpstr>
      <vt:lpstr>Sample Visuals</vt:lpstr>
      <vt:lpstr>Error Handling</vt:lpstr>
      <vt:lpstr>Version Control</vt:lpstr>
      <vt:lpstr>Author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Navadeep Gollapudi</cp:lastModifiedBy>
  <cp:revision>1</cp:revision>
  <dcterms:created xsi:type="dcterms:W3CDTF">2013-01-27T09:14:16Z</dcterms:created>
  <dcterms:modified xsi:type="dcterms:W3CDTF">2025-07-21T15:41:21Z</dcterms:modified>
  <cp:category/>
</cp:coreProperties>
</file>